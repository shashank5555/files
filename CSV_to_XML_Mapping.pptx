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F4E79"/>
                </a:solidFill>
              </a:defRPr>
            </a:pPr>
            <a:r>
              <a:t>IBM STERLING B2B INTEGRATOR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>
                <a:solidFill>
                  <a:srgbClr val="333333"/>
                </a:solidFill>
              </a:defRPr>
            </a:pPr>
            <a:r>
              <a:t>CSV to XML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Designing, compiling and executing CSV_XML_SSY.mxl in the Map Editor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5 Source CSV Fields  •  Repeating XML DATA Elements  •  Max Loop: 9999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Prepared by Shashank  ·  March 2026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File: CSV_XML_SSY.mxl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1. The CSV Input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Source side: delimited records that feed 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CSV_POS_INPUTFILE1.txt – Tab-delimited rows with header</a:t>
            </a:r>
            <a:br/>
            <a:r>
              <a:t>1. Header record (line 1): Column names</a:t>
            </a:r>
            <a:br/>
            <a:r>
              <a:t>2. Detail records (lines 2-4): 3 data rows</a:t>
            </a:r>
            <a:br/>
            <a:r>
              <a:t>3. Field delimiter: Comma (,)</a:t>
            </a:r>
            <a:br/>
            <a:r>
              <a:t>4. Record delimiter: Newline (CR/LF)</a:t>
            </a:r>
            <a:br/>
            <a:r>
              <a:t>5. Variable length: Fields can be any width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CSV Content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NAME,AMOUNT,INVOICE,DATE,CITY</a:t>
            </a:r>
            <a:br/>
            <a:r>
              <a:t>shashank,1000,INV001,20260120,Vizianagaram</a:t>
            </a:r>
            <a:br/>
            <a:r>
              <a:t>mahesh,400,INV002,20250506,Vizag</a:t>
            </a:r>
            <a:br/>
            <a:r>
              <a:t>sai,3200,INV003,20260122,Srikakulam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2. The XML Output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Target side: hierarchical structure with repeating elements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Root element OUTPUT contains repeating DATA groups.</a:t>
            </a:r>
            <a:br/>
            <a:r>
              <a:t>Each DATA element represents one CSV record.</a:t>
            </a:r>
            <a:br/>
            <a:r>
              <a:t>Child elements inside DATA: NAME, AMOUNT, INVOICE, DATE, CITY (all optional)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XML Output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&lt;OUTPUT&gt;</a:t>
            </a:r>
            <a:br/>
            <a:r>
              <a:t>  &lt;DATA&gt;</a:t>
            </a:r>
            <a:br/>
            <a:r>
              <a:t>    &lt;NAME&gt;shashank&lt;/NAME&gt;</a:t>
            </a:r>
            <a:br/>
            <a:r>
              <a:t>    &lt;AMOUNT&gt;1000&lt;/AMOUNT&gt;</a:t>
            </a:r>
            <a:br/>
            <a:r>
              <a:t>    &lt;INVOICE&gt;INV001&lt;/INVOICE&gt;</a:t>
            </a:r>
            <a:br/>
            <a:r>
              <a:t>    &lt;DATE&gt;20260120&lt;/DATE&gt;</a:t>
            </a:r>
            <a:br/>
            <a:r>
              <a:t>    &lt;CITY&gt;Vizianagaram&lt;/CITY&gt;</a:t>
            </a:r>
            <a:br/>
            <a:r>
              <a:t>  &lt;/DATA&gt;</a:t>
            </a:r>
            <a:br/>
            <a:r>
              <a:t>  ... (repeat for each CSV row)</a:t>
            </a:r>
            <a:br/>
            <a:r>
              <a:t>&lt;/OUTPUT&gt;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3. XML Schema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Schema Structure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Root Element: OUTPUT (M, 1-1)</a:t>
            </a:r>
            <a:br/>
            <a:r>
              <a:t>  └─ DATA Element (C, 0-9999) [REPEATING]</a:t>
            </a:r>
            <a:br/>
            <a:r>
              <a:t>      ├─ NAME (C, 0-1) [PCDATA String]</a:t>
            </a:r>
            <a:br/>
            <a:r>
              <a:t>      ├─ AMOUNT (C, 0-1) [PCDATA String]</a:t>
            </a:r>
            <a:br/>
            <a:r>
              <a:t>      ├─ INVOICE (C, 0-1) [PCDATA String]</a:t>
            </a:r>
            <a:br/>
            <a:r>
              <a:t>      ├─ DATE (C, 0-1) [PCDATA String]</a:t>
            </a:r>
            <a:br/>
            <a:r>
              <a:t>      └─ CITY (C, 0-1) [PCDATA String]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Cardinality Notation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M = Mandatory (must appear)</a:t>
            </a:r>
            <a:br/>
            <a:r>
              <a:t>C = Conditional (optional)</a:t>
            </a:r>
            <a:br/>
            <a:r>
              <a:t>First number = Minimum occurrences</a:t>
            </a:r>
            <a:br/>
            <a:r>
              <a:t>Second number = Maximum occurrences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4. XML Concepts: Elements &amp; PCDATA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XML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A container that holds data.</a:t>
            </a:r>
            <a:br/>
            <a:r>
              <a:t>Example: &lt;NAME&gt;shashank&lt;/NAME&gt;</a:t>
            </a:r>
            <a:br/>
            <a:r>
              <a:t>'NAME' is the element tag/name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PCDATA (Plain Character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The actual text content inside an element.</a:t>
            </a:r>
            <a:br/>
            <a:r>
              <a:t>Example: In &lt;NAME&gt;shashank&lt;/NAME&gt;, 'shashank' is PCDATA</a:t>
            </a:r>
            <a:br/>
            <a:r>
              <a:t>In this mapping, all XML elements contain PCDATA (simple types)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5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Content Particles: 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Elements must appear in the defined order.</a:t>
            </a:r>
            <a:br/>
            <a:r>
              <a:t>DATa children follow sequence: NAME → AMOUNT → INVOICE → DATE → 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5. Creating Records and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INPUT Side (CSV)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Single repeating record: DATA (C-9999)</a:t>
            </a:r>
            <a:br/>
            <a:r>
              <a:t>Five fields: NAME, AMOUNT, INVOICE, DATE, CITY</a:t>
            </a:r>
            <a:br/>
            <a:r>
              <a:t>All fields are String type, variable length (0-10, 0-20)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OUTPUT Side (XML)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Root element: OUTPUT (M-1)</a:t>
            </a:r>
            <a:br/>
            <a:r>
              <a:t>Repeating element: DATA (C-9999)</a:t>
            </a:r>
            <a:br/>
            <a:r>
              <a:t>Child elements: NAME, AMOUNT, INVOICE, DATE, CITY</a:t>
            </a:r>
            <a:br/>
            <a:r>
              <a:t>All are optional (0-1) PCDATA strings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5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How to Build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1. Create Record: Right-click input/output → New Sub Record</a:t>
            </a:r>
            <a:br/>
            <a:r>
              <a:t>2. Set Cardinality: M for mandatory, C for conditional; max usage (1, 999, 9999, etc.)</a:t>
            </a:r>
            <a:br/>
            <a:r>
              <a:t>3. Add Fields: Right-click record → New Field; specify name, type, length</a:t>
            </a:r>
            <a:br/>
            <a:r>
              <a:t>4. Link Fields: Drag from input field to output element to create mapping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6. Field-to-Field Mapping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Simple 1:1 Mapping (CSV to XML)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NAME (CSV) → &lt;NAME&gt;value&lt;/NAME&gt;</a:t>
            </a:r>
            <a:br/>
            <a:r>
              <a:t>AMOUNT (CSV) → &lt;AMOUNT&gt;value&lt;/AMOUNT&gt;</a:t>
            </a:r>
            <a:br/>
            <a:r>
              <a:t>INVOICE (CSV) → &lt;INVOICE&gt;value&lt;/INVOICE&gt;</a:t>
            </a:r>
            <a:br/>
            <a:r>
              <a:t>DATE (CSV) → &lt;DATE&gt;value&lt;/DATE&gt;</a:t>
            </a:r>
            <a:br/>
            <a:r>
              <a:t>CITY (CSV) → &lt;CITY&gt;value&lt;/CITY&gt;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Repeating Group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Each CSV data row (record in DATA loop) becomes one &lt;DATA&gt; element in XML.</a:t>
            </a:r>
            <a:br/>
            <a:r>
              <a:t>Loop processes all CSV rows and generates corresponding XML elements.</a:t>
            </a:r>
            <a:br/>
            <a:r>
              <a:t>Max loop setting (9999) prevents data overflow.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7. Saving and Compiling the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From .mxl source to .txo translation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Step 1 - Save: File → Save (Ctrl+S) stores as CSV_XML_SSY.mxl</a:t>
            </a:r>
            <a:br/>
            <a:r>
              <a:t>Step 2 - Validate: File → Compile checks structure &amp; links</a:t>
            </a:r>
            <a:br/>
            <a:r>
              <a:t>Step 3 - Compile: Generates .txo translation object</a:t>
            </a:r>
            <a:br/>
            <a:r>
              <a:t>Step 4 - Deploy: Upload .txo to Sterling B2B Integrator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File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.mxl = Editable map source (version control)</a:t>
            </a:r>
            <a:br/>
            <a:r>
              <a:t>.txo = Compiled translation object (uploaded to server)</a:t>
            </a:r>
            <a:br/>
            <a:r>
              <a:t>.xml = Map validation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8. Running the Map – Map Test Dialog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Map Test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File → Map Test connects to Sterling server and runs translation</a:t>
            </a:r>
            <a:br/>
            <a:r>
              <a:t>Provide: Server hostname:port, username, password</a:t>
            </a:r>
            <a:br/>
            <a:r>
              <a:t>Select: Compiled .txo file and input data file</a:t>
            </a:r>
            <a:br/>
            <a:r>
              <a:t>Click: Run Test to execute on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Dialog Fields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Server:port = Sterling B2B Integrator host and dashboard port</a:t>
            </a:r>
            <a:br/>
            <a:r>
              <a:t>Username = Sterling account for map execution</a:t>
            </a:r>
            <a:br/>
            <a:r>
              <a:t>Password = Account password (sent securely)</a:t>
            </a:r>
            <a:br/>
            <a:r>
              <a:t>Translation Object = Compiled .txo file</a:t>
            </a:r>
            <a:br/>
            <a:r>
              <a:t>Data File = Source CSV input for test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9. How Sterling Executes the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Server-Side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1. Map Editor uploads .txo + CSV input file via HTTP POST</a:t>
            </a:r>
            <a:br/>
            <a:r>
              <a:t>2. Sterling B2B Integrator receives the request</a:t>
            </a:r>
            <a:br/>
            <a:r>
              <a:t>3. Translation engine loads .txo into memory</a:t>
            </a:r>
            <a:br/>
            <a:r>
              <a:t>4. Parses CSV using input record format</a:t>
            </a:r>
            <a:br/>
            <a:r>
              <a:t>5. Loops through each data row</a:t>
            </a:r>
            <a:br/>
            <a:r>
              <a:t>6. Generates XML elements (one DATA per row)</a:t>
            </a:r>
            <a:br/>
            <a:r>
              <a:t>7. Returns compiled result + validation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Response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HTTP/1.1 200 OK</a:t>
            </a:r>
            <a:br/>
            <a:r>
              <a:t>MapTestTxResult.xml = Transformed XML output</a:t>
            </a:r>
            <a:br/>
            <a:r>
              <a:t>MapTestTxReport.xml = Validation/error report</a:t>
            </a:r>
            <a:br/>
            <a:r>
              <a:t>Status 200 = Success; 4xx/5xx = Failure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10. Result &amp; Validation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MapTestTxResult.xml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&lt;?xml version="1.0"?&gt;</a:t>
            </a:r>
            <a:br/>
            <a:r>
              <a:t>&lt;OUTPUT&gt;</a:t>
            </a:r>
            <a:br/>
            <a:r>
              <a:t>  &lt;DATA&gt;&lt;NAME&gt;shashank&lt;/NAME&gt;&lt;AMOUNT&gt;1000&lt;/AMOUNT&gt;...&lt;/DATA&gt;</a:t>
            </a:r>
            <a:br/>
            <a:r>
              <a:t>  &lt;DATA&gt;&lt;NAME&gt;mahesh&lt;/NAME&gt;&lt;AMOUNT&gt;400&lt;/AMOUNT&gt;...&lt;/DATA&gt;</a:t>
            </a:r>
            <a:br/>
            <a:r>
              <a:t>  &lt;DATA&gt;&lt;NAME&gt;sai&lt;/NAME&gt;&lt;AMOUNT&gt;3200&lt;/AMOUNT&gt;...&lt;/DATA&gt;</a:t>
            </a:r>
            <a:br/>
            <a:r>
              <a:t>&lt;/OUTPUT&gt;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472C4"/>
                </a:solidFill>
              </a:defRPr>
            </a:pPr>
            <a:r>
              <a:t>MapTestTxReport.xml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79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</a:defRPr>
            </a:pPr>
            <a:r>
              <a:t>&lt;TranslationReport&gt;&lt;![CDATA[Translation successful]]&gt;&lt;/TranslationReport&gt;</a:t>
            </a:r>
            <a:br/>
            <a:r>
              <a:t>Empty/clean report = no validation errors</a:t>
            </a:r>
            <a:br/>
            <a:r>
              <a:t>Errors would appear in the CDATA block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lIns="274320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6. Field-to-Field Mapping Screenshot</a:t>
            </a:r>
          </a:p>
        </p:txBody>
      </p:sp>
      <p:pic>
        <p:nvPicPr>
          <p:cNvPr id="3" name="Picture 2" descr="CSV_to_X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2817116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