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05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6152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1216152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to Positional File Mapping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compiling and executing EDINOVYB_CSV_TO_POS.mxl in the Map Editor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Positional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StudentRec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611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Character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Prepared by Yamini  ·  LVT Labs  ·  June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File: EDINOVYB_CSV_TO_POS.mxl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CSV Input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side: delimited records that feed the 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852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585216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153619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5897880" y="153619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0" y="153619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996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CSV_POS_INPUTFILE1.txt  -  Notepad++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Sno,Fname,Lname,Phonenumber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167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67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1,Ramesh,Nori,4567091234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597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4597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2,Naresh,Manda,9872340194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523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7523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3,Hansh,Doka,5678923013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44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044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4,Naksh,katli,4789021345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5,Shrithk,mahi,8790326789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463040"/>
            <a:ext cx="4846320" cy="438912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Structure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210312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Header record (line 1)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2331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Column names: Sno, Fname, Lname, Phonenumber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81635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2770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Detail records (lines 2-6)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044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5 student rows, comma-separated values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352958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483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Field delimiter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37581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Comma ( , ) separates each field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4242816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4197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Record delimiter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0" y="44714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Newline ( CR/LF ) ends every record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495604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0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4910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Variable length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0" y="5184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Fields can be any width - no fixed positions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6035040"/>
            <a:ext cx="1110996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</a:rPr>
              <a:t>In the map, this CSV is modeled by INPUT -&gt; Header (C-1) + Studentinfo (C-999) with 4 child fields each.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Positional Output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side: every field sits at a fixed column position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7498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749808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53619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153619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153619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9961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MapTestTxResult.txt  -  Notepad++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1         2         3         4 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1214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123456789012345678901234567890123456789012345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SnoFname          Lname          Phonenumber  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71576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Ramesh         Nori           4567091234   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00837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Naresh         Manda          9872340194   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30098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Hansh          Doka           5678923013   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59359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Naksh          katli          4789021345   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Shrithk        mahi           8790326789    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463040"/>
            <a:ext cx="3383280" cy="438912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Field Layout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66760" y="2057400"/>
            <a:ext cx="310896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205740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Field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00032" y="205740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33304" y="205740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37744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237744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00032" y="237744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1 - 3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33304" y="237744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String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66760" y="2880360"/>
            <a:ext cx="310896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288036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Fname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00032" y="288036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4 - 18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33304" y="288036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String 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66760" y="338328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338328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Lname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00032" y="338328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19 - 33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33304" y="338328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String 15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66760" y="3886200"/>
            <a:ext cx="310896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388620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Phone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00032" y="388620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34 - 48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33304" y="3886200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Int 10 / Str 15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035040"/>
            <a:ext cx="1110996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</a:rPr>
              <a:t>No delimiters - Sterling pads each field to its declared width so columns line up perfectly.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 Positional Fields  ·  SP vs Zero Padding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Properties -&gt; Position tab controls width and fill character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035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03504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149047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9047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4904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538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Field Properties - Position tab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804672" cy="292608"/>
          </a:xfrm>
          <a:prstGeom prst="rect">
            <a:avLst/>
          </a:prstGeom>
          <a:solidFill>
            <a:srgbClr val="E5EAF0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288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81328" y="1828800"/>
            <a:ext cx="1463040" cy="292608"/>
          </a:xfrm>
          <a:prstGeom prst="rect">
            <a:avLst/>
          </a:prstGeom>
          <a:solidFill>
            <a:srgbClr val="E5EAF0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80944" y="1828800"/>
            <a:ext cx="124358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182880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</a:rPr>
              <a:t>Position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1104" y="1828800"/>
            <a:ext cx="1792224" cy="292608"/>
          </a:xfrm>
          <a:prstGeom prst="rect">
            <a:avLst/>
          </a:prstGeom>
          <a:solidFill>
            <a:srgbClr val="E5EAF0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Extended Rule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1828800"/>
            <a:ext cx="1792224" cy="292608"/>
          </a:xfrm>
          <a:prstGeom prst="rect">
            <a:avLst/>
          </a:prstGeom>
          <a:solidFill>
            <a:srgbClr val="E5EAF0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Standard Rule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18704" y="1828800"/>
            <a:ext cx="1463040" cy="292608"/>
          </a:xfrm>
          <a:prstGeom prst="rect">
            <a:avLst/>
          </a:prstGeom>
          <a:solidFill>
            <a:srgbClr val="E5EAF0"/>
          </a:solidFill>
          <a:ln w="6350">
            <a:solidFill>
              <a:srgbClr val="9AA4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Conditions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Position where this field begins (starting from 1):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377440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880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Number of positions this field occupies: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880360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Character used in empty portions of the field: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383280"/>
            <a:ext cx="128016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How is the field's data aligned in the record?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42519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beginning of the field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45445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middle of the field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48371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4791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end of the field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1417320"/>
            <a:ext cx="4846320" cy="219456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 (Space padding)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1828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Used for character / text fields. Empty positions are filled with spaces.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'Naksh' (5 chars) in a 15-wide field -&gt;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|Naksh          |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0372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&lt;- 10 trailing spaces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3703320"/>
            <a:ext cx="4846320" cy="228600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Zero padding (0)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Used for numeric / integer fields. Empty positions are filled with '0'.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0372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Integer '4567' in a 10-wide field -&gt;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0372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|0000004567|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03720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&lt;- zero-padded (right-aligned)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6035040"/>
            <a:ext cx="11109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6035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Rule of thumb: SP for String fields, 0 for Integer / numeric fields.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Field Alignment: Beginning · Middle · 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actual data sit inside its fixed-width slot?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Beginning of field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Data: "Ramesh"  ·  Width: 15  ·  Pad: SP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|Ramesh        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is LEFT-aligned. Padding goes to the RIGHT.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Typical for names, codes, strings.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3108960" cy="91440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String fields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Names, addresses, codes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554480"/>
            <a:ext cx="35661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Middle of field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Data: "Ramesh"  ·  Width: 15  ·  Pad: SP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Ramesh     |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429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is CENTERED. Padding is split on both sides.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Rarely used - for labels or display only.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4846320"/>
            <a:ext cx="3108960" cy="91440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Display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Fixed-format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554480"/>
            <a:ext cx="3566160" cy="5029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End of field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838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Data: "Ramesh"  ·  Width: 15  ·  Pad: 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Ramesh|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3429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Data is RIGHT-aligned. Padding goes to the LEFT.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Typical for amounts, IDs, integers.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846320"/>
            <a:ext cx="3108960" cy="91440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Integer / numeric fields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+ Amounts, IDs, counters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126480"/>
            <a:ext cx="11109960" cy="50292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6144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</a:rPr>
              <a:t>Selected per-field in Field Properties -&gt; Position. In our map all four target fields use 'beginning of the field' with SP padding.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Creating Records and Fields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in the Map Editor tree -&gt; New Record / New Field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94944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49047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6995160" y="149047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14904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5389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Map Editor - INPUT / OUTPUT tree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- M - 1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Header - C - 1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01 sno          - String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797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02 FName        - String 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03 LName        - String 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04 Phonenumber  - String 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Studentinfo - C - 999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01 sno:2        - String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42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02 FName:2      - String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35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03 LName:2      - String 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828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04 Phonenumber:2- Integer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- M - 1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Stu_info - C - 1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2487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01 sno:2    - String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27797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02 Fname:2  - String 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072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03 LName:2  - String 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04 Phone:2  - String 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StudentRec - C - 999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01 sno      - String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4242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02 Fname    - String 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535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03 LName    - String 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4828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[F] 04 Phone    - Integer 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1417320"/>
            <a:ext cx="3977640" cy="475488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How to build it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772400" y="20116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838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Create Record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8388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Right-click INPUT (or OUTPUT) -&gt; New -&gt; Sub Record. Name it (e.g. Header, Studentinfo).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0" y="2852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8388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Set max usage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83880" y="30998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C-1 for a single header, C-999 for a repeating detail record.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72400" y="369417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8388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Add Fields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83880" y="3941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Right-click the record -&gt; New -&gt; Field. Give Name, Type (String / Integer) and Length.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453542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4489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Set positions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83880" y="4782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On the OUTPUT side open Field Properties -&gt; Position -&gt; set Start, Length, SP/0, alignment.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72400" y="537667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83880" y="5330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Link fields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183880" y="5623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Drag from input field to matching output field to draw the mapping line.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Saving and Compiling the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.mxl source to .txo translation object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· Save .mxl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48740" y="2468880"/>
            <a:ext cx="914400" cy="914400"/>
          </a:xfrm>
          <a:prstGeom prst="ellipse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87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SAVE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File -&gt; Save (Ctrl+S)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Stores source as EDINOVYB_CSV_TO_POS.mxl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27248" y="3063240"/>
            <a:ext cx="146304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18288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2880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· Validate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37660" y="2468880"/>
            <a:ext cx="914400" cy="914400"/>
          </a:xfrm>
          <a:prstGeom prst="ellipse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76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File -&gt; Compile (or F8)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Map Editor checks structure &amp; links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16168" y="3063240"/>
            <a:ext cx="146304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8288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82880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· Compile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26580" y="2468880"/>
            <a:ext cx="914400" cy="914400"/>
          </a:xfrm>
          <a:prstGeom prst="ellipse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65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GEAR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Generates .txo translation 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in Compiled Maps folder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05088" y="3063240"/>
            <a:ext cx="146304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69680" y="182880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182880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4 · Deploy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715500" y="2468880"/>
            <a:ext cx="914400" cy="914400"/>
          </a:xfrm>
          <a:prstGeom prst="ellipse">
            <a:avLst/>
          </a:prstGeom>
          <a:solidFill>
            <a:srgbClr val="EAF1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155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UP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0684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Upload the .txo to Sterling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B2B Integrator server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572000"/>
            <a:ext cx="11109960" cy="178308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Files produced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029200"/>
            <a:ext cx="86868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029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.mxl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50292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Editable map source - keep in version control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5029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EDINOVYB_CSV_TO_POS.mxl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5440680"/>
            <a:ext cx="86868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440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.txo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91640" y="54406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Compiled translation object - uploaded to the server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5440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EDINOVYB_CSV_TO_POS.txo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" y="5852160"/>
            <a:ext cx="86868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58521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.xml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91640" y="58521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Map report (validation results)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5852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MapTestTxReport.xml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Running the Map - Map Test Dialog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-&gt; Map Test connects to the Sterling server and runs the translation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858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85800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49047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6903720" y="149047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14904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538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Map 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Login Server and dashboard port - Example: servername:4033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212848"/>
            <a:ext cx="6217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128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192.168.128.157:52033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6974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Login Server User Name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990088"/>
            <a:ext cx="6217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900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EDINOV_YAMINI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4747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Login Server User Password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6217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673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*******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Translation Object  (.txo)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544568"/>
            <a:ext cx="6217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445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C:\...\Compiled Maps\EDINOVYB_CSV_TO_POS.txo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292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Data File  (input)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321808"/>
            <a:ext cx="6217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AA4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218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C:\Users\yamin\...\CSV_POS_INPUTFILE1.txt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5852160"/>
            <a:ext cx="12801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5852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5852160"/>
            <a:ext cx="12801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5852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1417320"/>
            <a:ext cx="4069080" cy="484632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What each field does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80960" y="2011680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Server : 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01000" y="2240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Sterling B2B Integrator host and dashboard port (e.g. 52033)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2724912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2679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Username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01000" y="29535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Sterling account that can run maps (here EDINOV_YAMINI)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343814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Password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01000" y="36667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Sterling account password - sent over the API call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80960" y="4151376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4105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Translation Object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01000" y="43799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Compiled .txo file uploaded to the server for execution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4864608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4818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Data File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01000" y="5093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Source CSV used as input for this test run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5577840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5532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Run Test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01000" y="5806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Sends a translate HTTP request to the server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Sterling Executes the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Editor uploads .txo + input file, server translates, returns report + result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Map Editor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Run Test pressed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560320"/>
            <a:ext cx="20116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95728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 POST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87168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.txo + input file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87368" y="2560320"/>
            <a:ext cx="20116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88536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379976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79976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Sterling B2B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79976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Translation 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0176" y="2560320"/>
            <a:ext cx="20116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81344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Apply 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2784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CSV -&gt; Positional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72984" y="2560320"/>
            <a:ext cx="20116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74152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165592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65592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65592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Report + Result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765792" y="2560320"/>
            <a:ext cx="20116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66960" y="182880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2240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 Response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Return to client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657600"/>
            <a:ext cx="5486400" cy="269748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On the server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40690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Receives multipart HTTP request with the .txo and source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Loads the compiled translation object into the translator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Parses CSV using the input record/field definitions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Maps each field, pads with SP or 0 based on Position settings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Writes the positional output file &amp; a translation report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657600"/>
            <a:ext cx="5486400" cy="2697480"/>
          </a:xfrm>
          <a:prstGeom prst="rect">
            <a:avLst/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HTTP response delivered back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4069080"/>
            <a:ext cx="51663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0690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   ·   Content-Type: multipart/mixed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4526280"/>
            <a:ext cx="2194560" cy="41148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MapTestTxResult.txt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496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Translated positional file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5074920"/>
            <a:ext cx="2194560" cy="41148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MapTestTxReport.xml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49640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Validation / translation report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63640" y="5623560"/>
            <a:ext cx="2194560" cy="41148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5623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code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49640" y="5623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200 OK = success, 4xx/5xx = failure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Result &amp; Translation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in MapTestTxResult.txt and MapTestTxReport.xml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0" y="320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Sterling B2B Integrator  ·  Map Editor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40080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9047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49047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4904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53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MapTestTxResult.txt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SnoFname          Lname          Phonenumber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1488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Ramesh         Nori           4567091234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4231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Naresh         Manda          9872340194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697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Hansh          Doka           5678923013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Naksh          katli          4789021345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2461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Shrithk        mahi           8790326789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1417320"/>
            <a:ext cx="4572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417320"/>
            <a:ext cx="4572000" cy="292608"/>
          </a:xfrm>
          <a:prstGeom prst="rect">
            <a:avLst/>
          </a:prstGeom>
          <a:solidFill>
            <a:srgbClr val="DDE3EA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1490472"/>
            <a:ext cx="137160" cy="1371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55680" y="1490472"/>
            <a:ext cx="137160" cy="1371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38560" y="149047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1453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</a:rPr>
              <a:t>MapTestTxReport.xml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1920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&lt;TranslationReport&gt;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194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&lt;![CDATA[Translation report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 no data.]]&gt;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&lt;/TranslationReport&gt;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78040" y="3291840"/>
            <a:ext cx="4297680" cy="169164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Empty report = clean run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36576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'contains no data' means no validation errors were raised during the translation. Errors and warnings would appear inside the CDATA block.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257800"/>
            <a:ext cx="1110996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30352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End-to-end recap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" y="559612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CSV input -&gt; Map Editor design -&gt; Compile .txo -&gt; Map Test sends to Sterling server (host:port + creds) -&gt; Server translates -&gt; Returns positional result + XML report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Slide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Office PowerPoint</Application>
  <PresentationFormat>Widescreen</PresentationFormat>
  <Paragraphs>312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Sterling B2B Integrator: CSV to Positional Mapping</dc:title>
  <dc:subject>PptxGenJS Presentation</dc:subject>
  <dc:creator>Yamini</dc:creator>
  <cp:lastModifiedBy>Yamini Bokam</cp:lastModifiedBy>
  <cp:revision>1</cp:revision>
  <dcterms:created xsi:type="dcterms:W3CDTF">2026-06-02T20:17:06Z</dcterms:created>
  <dcterms:modified xsi:type="dcterms:W3CDTF">2026-06-02T20:20:00Z</dcterms:modified>
</cp:coreProperties>
</file>